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595" y="333375"/>
            <a:ext cx="7496175" cy="619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33725" y="1800860"/>
            <a:ext cx="8894445" cy="37680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870,&quot;width&quot;:913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4</cp:revision>
  <dcterms:created xsi:type="dcterms:W3CDTF">2021-09-26T12:47:04Z</dcterms:created>
  <dcterms:modified xsi:type="dcterms:W3CDTF">2021-09-26T13:33:07Z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70AEA6877AE84CF7B955832C94DFA58D</vt:lpwstr>
  </property>
  <property fmtid="{D5CDD505-2E9C-101B-9397-08002B2CF9AE}" pid="3" name="KSOProductBuildVer">
    <vt:lpwstr>2052-11.1.0.10938</vt:lpwstr>
  </property>
</Properties>
</file>